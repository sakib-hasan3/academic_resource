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Designing a Network for a Small Office/College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809750" y="2552700"/>
            <a:ext cx="6877050" cy="3573463"/>
          </a:xfrm>
        </p:spPr>
        <p:txBody>
          <a:bodyPr>
            <a:normAutofit/>
          </a:bodyPr>
          <a:lstStyle/>
          <a:p>
            <a:r>
              <a:rPr dirty="0"/>
              <a:t>Name </a:t>
            </a:r>
            <a:r>
              <a:rPr lang="en-US" dirty="0"/>
              <a:t>    : TANVIR ANJUM RAHAT</a:t>
            </a:r>
          </a:p>
          <a:p>
            <a:r>
              <a:rPr dirty="0"/>
              <a:t>ID</a:t>
            </a:r>
            <a:r>
              <a:rPr lang="en-US" dirty="0"/>
              <a:t>		    :2102031</a:t>
            </a:r>
            <a:endParaRPr dirty="0"/>
          </a:p>
          <a:p>
            <a:r>
              <a:rPr lang="en-US" dirty="0"/>
              <a:t>CCE 313 - Computer Networks</a:t>
            </a:r>
          </a:p>
          <a:p>
            <a:r>
              <a:rPr dirty="0"/>
              <a:t>B.Sc. CSE, 5th Semester</a:t>
            </a:r>
          </a:p>
          <a:p>
            <a:r>
              <a:rPr dirty="0"/>
              <a:t>Date</a:t>
            </a:r>
            <a:r>
              <a:rPr lang="en-US" dirty="0"/>
              <a:t>       : 17-11-25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Brief introduction to network design for small offices/colleges</a:t>
            </a:r>
          </a:p>
          <a:p>
            <a:r>
              <a:t>- Define the importance of effective network design (scalability, security, performance)</a:t>
            </a:r>
          </a:p>
          <a:p>
            <a:r>
              <a:t>- Problem statement: How to design a network that meets the needs of a small office/college?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Understanding Network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Devices: Routers, switches, firewalls, access points</a:t>
            </a:r>
          </a:p>
          <a:p>
            <a:r>
              <a:t>- Importance of each device in the network</a:t>
            </a:r>
          </a:p>
          <a:p>
            <a:r>
              <a:t>- Basic explanation of their role in a small office/college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Subnetting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Definition and importance of subnetting</a:t>
            </a:r>
          </a:p>
          <a:p>
            <a:r>
              <a:t>- Example: Breaking down a typical IP address and subnet mask for a small office network</a:t>
            </a:r>
          </a:p>
          <a:p>
            <a:r>
              <a:t>- Explanation of the subnetting process (Class C network example)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538"/>
            <a:ext cx="8229600" cy="1143000"/>
          </a:xfrm>
        </p:spPr>
        <p:txBody>
          <a:bodyPr/>
          <a:lstStyle/>
          <a:p>
            <a:r>
              <a:t>Subnetting Process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525" y="2332037"/>
            <a:ext cx="8229600" cy="4525963"/>
          </a:xfrm>
        </p:spPr>
        <p:txBody>
          <a:bodyPr/>
          <a:lstStyle/>
          <a:p>
            <a:r>
              <a:t>- Detailed example of subnetting a Class C network</a:t>
            </a:r>
          </a:p>
          <a:p>
            <a:r>
              <a:t>- Step-by-step process of subnetting</a:t>
            </a:r>
          </a:p>
          <a:p>
            <a:r>
              <a:t>- Explanation of subnet mask, network address, and host address</a:t>
            </a:r>
          </a:p>
          <a:p>
            <a:r>
              <a:t>- Calculating subnet ranges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VLANs (Virtual Local Area Networks)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What is a VLAN and why is it used?</a:t>
            </a:r>
          </a:p>
          <a:p>
            <a:r>
              <a:t>- Example: Creating VLANs for different departments (e.g., Admin, HR, IT)</a:t>
            </a:r>
          </a:p>
          <a:p>
            <a:r>
              <a:t>- Advantages of VLANs: improved security, reduced traffic, better resource management</a:t>
            </a:r>
          </a:p>
          <a:p>
            <a:r>
              <a:t>- Visual diagram of VLAN structure in an office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VLAN Configuration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How to configure VLANs on network devices</a:t>
            </a:r>
          </a:p>
          <a:p>
            <a:r>
              <a:t>- Commands used for VLAN creation and port assignment</a:t>
            </a:r>
          </a:p>
          <a:p>
            <a:r>
              <a:t>- Benefits of segregating traffic within the VLANs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Choosing the Right Router and Switches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Criteria for selecting a router for a small office/college network</a:t>
            </a:r>
          </a:p>
          <a:p>
            <a:r>
              <a:t>- Key features: Throughput, security, QoS</a:t>
            </a:r>
          </a:p>
          <a:p>
            <a:r>
              <a:t>- Selecting managed vs. unmanaged switches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Wireless Network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Considerations for designing a wireless network</a:t>
            </a:r>
          </a:p>
          <a:p>
            <a:r>
              <a:t>- Coverage area, wireless standards (Wi-Fi 5 vs. Wi-Fi 6)</a:t>
            </a:r>
          </a:p>
          <a:p>
            <a:r>
              <a:t>- Choosing the right number of access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Selection &amp; 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Choosing the right devices for each part of the network</a:t>
            </a:r>
          </a:p>
          <a:p>
            <a:r>
              <a:t>- Switches for internal communication</a:t>
            </a:r>
          </a:p>
          <a:p>
            <a:r>
              <a:t>- Routers for connecting to the internet and other networks</a:t>
            </a:r>
          </a:p>
          <a:p>
            <a:r>
              <a:t>- Access points for wireless connectivity</a:t>
            </a:r>
          </a:p>
          <a:p>
            <a:r>
              <a:t>- Where to place devices for optimal performance and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in Network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Implementing security measures in the network design</a:t>
            </a:r>
          </a:p>
          <a:p>
            <a:r>
              <a:t>- Firewalls, VPNs, IDS/IPS</a:t>
            </a:r>
          </a:p>
          <a:p>
            <a:r>
              <a:t>- Best practices for securing network devices and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Topology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Simple network design for a small office/college</a:t>
            </a:r>
          </a:p>
          <a:p>
            <a:r>
              <a:t>- Device connections (routers, switches, computers)</a:t>
            </a:r>
          </a:p>
          <a:p>
            <a:r>
              <a:t>- Wired vs. wireless network considerations</a:t>
            </a:r>
          </a:p>
          <a:p>
            <a:r>
              <a:t>- Visual representation of the network topology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Case study of a small office/college network design</a:t>
            </a:r>
          </a:p>
          <a:p>
            <a:r>
              <a:t>- Key lessons learned</a:t>
            </a:r>
          </a:p>
          <a:p>
            <a:r>
              <a:t>- Ensured scalability, performance, and security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Advanced Network Design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275" y="2447925"/>
            <a:ext cx="8229600" cy="4525963"/>
          </a:xfrm>
        </p:spPr>
        <p:txBody>
          <a:bodyPr/>
          <a:lstStyle/>
          <a:p>
            <a:r>
              <a:t>- Redundancy: Spanning Tree Protocol (STP), Link Aggregation</a:t>
            </a:r>
          </a:p>
          <a:p>
            <a:r>
              <a:t>- Future-proofing: Upgrading hardware, increasing bandwidth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&amp; Practical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What are the real-world benefits of the design?</a:t>
            </a:r>
          </a:p>
          <a:p>
            <a:r>
              <a:t>- Scalability for future needs (e.g., more devices, higher bandwidth)</a:t>
            </a:r>
          </a:p>
          <a:p>
            <a:r>
              <a:t>- Security considerations: firewalls, encryption, access 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Recap of the network design process</a:t>
            </a:r>
          </a:p>
          <a:p>
            <a:r>
              <a:t>- Importance of subnetting, VLANs, and device selection in ensuring an efficient, secure, and scalable network</a:t>
            </a:r>
          </a:p>
          <a:p>
            <a:r>
              <a:t>- Final thoughts on implementing this design in a real-world scenario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Thank You &amp; Questions?</a:t>
            </a:r>
          </a:p>
          <a:p>
            <a:r>
              <a:t>- Additional resources:</a:t>
            </a:r>
          </a:p>
          <a:p>
            <a:r>
              <a:t>  - Links to subnetting, VLANs, device selection articles</a:t>
            </a:r>
          </a:p>
          <a:p>
            <a:r>
              <a:t>  - Further reading: 'Forouzan’s Data Communications and Networking' and RFCs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628</Words>
  <Application>Microsoft Office PowerPoint</Application>
  <PresentationFormat>On-screen Show (4:3)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Designing a Network for a Small Office/College</vt:lpstr>
      <vt:lpstr>Introduction &amp; Problem Statement</vt:lpstr>
      <vt:lpstr>Understanding Network Components</vt:lpstr>
      <vt:lpstr>IP Subnetting Overview</vt:lpstr>
      <vt:lpstr>Subnetting Process Example</vt:lpstr>
      <vt:lpstr>VLANs (Virtual Local Area Networks)</vt:lpstr>
      <vt:lpstr>VLAN Configuration Example</vt:lpstr>
      <vt:lpstr>Choosing the Right Router and Switches</vt:lpstr>
      <vt:lpstr>Wireless Network Design</vt:lpstr>
      <vt:lpstr>Device Selection &amp; Placement</vt:lpstr>
      <vt:lpstr>Security in Network Design</vt:lpstr>
      <vt:lpstr>Network Topology Example</vt:lpstr>
      <vt:lpstr>Real-world Application</vt:lpstr>
      <vt:lpstr>Advanced Network Design Considerations</vt:lpstr>
      <vt:lpstr>Analysis &amp; Practical Implications</vt:lpstr>
      <vt:lpstr>Conclusion &amp; Summary</vt:lpstr>
      <vt:lpstr>Q&amp;A / Additional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Network for a Small Office/College</dc:title>
  <dc:subject/>
  <dc:creator>Asus</dc:creator>
  <cp:keywords/>
  <dc:description>generated using python-pptx</dc:description>
  <cp:lastModifiedBy>Tanvir Anjum Rahat</cp:lastModifiedBy>
  <cp:revision>2</cp:revision>
  <dcterms:created xsi:type="dcterms:W3CDTF">2013-01-27T09:14:16Z</dcterms:created>
  <dcterms:modified xsi:type="dcterms:W3CDTF">2025-11-14T21:31:45Z</dcterms:modified>
  <cp:category/>
</cp:coreProperties>
</file>